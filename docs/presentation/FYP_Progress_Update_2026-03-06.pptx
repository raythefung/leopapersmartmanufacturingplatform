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 kern="1200">
          <a:solidFill>
            <a:schemeClr val="tx1"/>
          </a:solidFill>
          <a:latin typeface="Calibri Light"/>
        </a:defRPr>
      </a:lvl1pPr>
    </p:titleStyle>
    <p:bodyStyle>
      <a:lvl1pPr marL="457200" indent="-228600" algn="l">
        <a:defRPr sz="2800" kern="1200">
          <a:solidFill>
            <a:schemeClr val="tx1"/>
          </a:solidFill>
          <a:latin typeface="Calibri"/>
        </a:defRPr>
      </a:lvl1pPr>
    </p:bodyStyle>
    <p:otherStyle>
      <a:lvl1pPr marL="457200" indent="-228600" algn="l">
        <a:defRPr sz="1800">
          <a:solidFill>
            <a:schemeClr val="tx1"/>
          </a:solidFill>
          <a:latin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Smart Manufacturing ETL + ML Platform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/>
              <a:t>FYP Progress Update (HW105) — 6 Mar 2026</a:t>
            </a:r>
            <a:endParaRPr lang="en-US"/>
          </a:p>
          <a:p>
            <a:r>
              <a:rPr lang="en-US" sz="2400"/>
              <a:t>Fung Cheuk Hin (UID: 3036068943)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1. Problem &amp; Goal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600" b="1"/>
              <a:t>Current Bottlenecks:</a:t>
            </a:r>
            <a:endParaRPr lang="en-US"/>
          </a:p>
          <a:p>
            <a:r>
              <a:rPr lang="en-US" sz="2400"/>
              <a:t>• Manual reporting (Excel) causes high latency and data silos (Energy, MES, Maintenance).</a:t>
            </a:r>
            <a:endParaRPr lang="en-US"/>
          </a:p>
          <a:p>
            <a:r>
              <a:rPr lang="en-US" sz="2400"/>
              <a:t>• Inconsistent schema &amp; timestamps prevent cross-system analysis.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Project Goal:</a:t>
            </a:r>
            <a:endParaRPr lang="en-US"/>
          </a:p>
          <a:p>
            <a:r>
              <a:rPr lang="en-US" sz="2400"/>
              <a:t>• Architect a unified, hourly 'Single Source of Truth' (SQLite).</a:t>
            </a:r>
            <a:endParaRPr lang="en-US"/>
          </a:p>
          <a:p>
            <a:r>
              <a:rPr lang="en-US" sz="2400"/>
              <a:t>• Deliver a Streamlit DSS (Decision Support System) with ML to minimize energy waste.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2. System Architecture (Stage 3)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600" b="1"/>
              <a:t>End-to-End Pipeline:</a:t>
            </a:r>
            <a:endParaRPr lang="en-US"/>
          </a:p>
          <a:p>
            <a:r>
              <a:rPr lang="en-US" sz="2400"/>
              <a:t>• Monthly Excel Ingestion → Modular ETL Engine → SQLite → Streamlit UI.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Engineering Highlights:</a:t>
            </a:r>
            <a:endParaRPr lang="en-US"/>
          </a:p>
          <a:p>
            <a:r>
              <a:rPr lang="en-US" sz="2400"/>
              <a:t>• Refactored ETL into modular components with a backward-compatible façade.</a:t>
            </a:r>
            <a:endParaRPr lang="en-US"/>
          </a:p>
          <a:p>
            <a:r>
              <a:rPr lang="en-US" sz="2400"/>
              <a:t>• Implemented automated verification tests for critical data transformation paths.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3. Data Integration Results (Jan–Jun 2025)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600" b="1"/>
              <a:t>ETL Performance:</a:t>
            </a:r>
            <a:endParaRPr lang="en-US"/>
          </a:p>
          <a:p>
            <a:r>
              <a:rPr lang="en-US" sz="2400"/>
              <a:t>• 3-Way System Matches: 59–60 machines/month</a:t>
            </a:r>
            <a:endParaRPr lang="en-US"/>
          </a:p>
          <a:p>
            <a:r>
              <a:rPr lang="en-US" sz="2400"/>
              <a:t>• MES Coverage Rate: 60.6% – 63.2%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Unified Data Warehouse (manufacturing_data.db):</a:t>
            </a:r>
            <a:endParaRPr lang="en-US"/>
          </a:p>
          <a:p>
            <a:r>
              <a:rPr lang="en-US" sz="2400"/>
              <a:t>• Records: 195,374 machine-hour rows across 61 machines.</a:t>
            </a:r>
            <a:endParaRPr lang="en-US"/>
          </a:p>
          <a:p>
            <a:r>
              <a:rPr lang="en-US" sz="2400"/>
              <a:t>• Valid ML Samples: 178,958 (Non-null kWh/unit).</a:t>
            </a:r>
            <a:endParaRPr lang="en-US"/>
          </a:p>
          <a:p>
            <a:r>
              <a:rPr lang="en-US" sz="2400"/>
              <a:t>• Production Volume: 340,968,378 units (3,994,724.7 kWh total).</a:t>
            </a:r>
            <a:endParaRPr lang="en-US"/>
          </a:p>
          <a:p>
            <a:r>
              <a:rPr lang="en-US" sz="2400"/>
              <a:t>• Global Avg Efficiency: 0.1007 kWh/unit.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4. Analytics &amp; ML Progress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600" b="1"/>
              <a:t>Predictive Modeling (kWh/unit):</a:t>
            </a:r>
            <a:endParaRPr lang="en-US"/>
          </a:p>
          <a:p>
            <a:r>
              <a:rPr lang="en-US" sz="2400"/>
              <a:t>• random_forest (R² 0.747, MAE 0.0323) @ 2025-10-13 00:09:54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Decision Support Features:</a:t>
            </a:r>
            <a:endParaRPr lang="en-US"/>
          </a:p>
          <a:p>
            <a:r>
              <a:rPr lang="en-US" sz="2400"/>
              <a:t>• Automated Opportunity Ranking (Identifies low-efficiency periods -&gt; Estimates savings).</a:t>
            </a:r>
            <a:endParaRPr lang="en-US"/>
          </a:p>
          <a:p>
            <a:r>
              <a:rPr lang="en-US" sz="2400"/>
              <a:t>• Action logging system initialized for user feedback loop.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Maintenance Integration:</a:t>
            </a:r>
            <a:endParaRPr lang="en-US"/>
          </a:p>
          <a:p>
            <a:r>
              <a:rPr lang="en-US" sz="2400"/>
              <a:t>• 14,378 maintenance records ingested.</a:t>
            </a:r>
            <a:endParaRPr lang="en-US"/>
          </a:p>
          <a:p>
            <a:r>
              <a:rPr lang="en-US" sz="2400"/>
              <a:t>• Next step: Backfill maintenance features to enable downtime-aware ML models.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4400" b="1"/>
              <a:t>5. Next 4 Weeks Roadmap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777240" y="1417320"/>
            <a:ext cx="10637520" cy="5029200"/>
          </a:xfrm>
          <a:prstGeom prst="rect">
            <a:avLst/>
          </a:prstGeom>
        </p:spPr>
        <p:txBody>
          <a:bodyPr wrap="square"/>
          <a:lstStyle/>
          <a:p>
            <a:r>
              <a:rPr lang="en-US" sz="2600" b="1"/>
              <a:t>Week 1–2 (Data Integrity &amp; Feature Engineering):</a:t>
            </a:r>
            <a:endParaRPr lang="en-US"/>
          </a:p>
          <a:p>
            <a:r>
              <a:rPr lang="en-US" sz="2400"/>
              <a:t>• Regenerate unified_view: Correct energy attribution &amp; backfill maintenance data.</a:t>
            </a:r>
            <a:endParaRPr lang="en-US"/>
          </a:p>
          <a:p>
            <a:r>
              <a:rPr lang="en-US" sz="2400"/>
              <a:t>• Deploy data guardrails (drift detection, overlap handling).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Week 3 (Core Deliverable):</a:t>
            </a:r>
            <a:endParaRPr lang="en-US"/>
          </a:p>
          <a:p>
            <a:r>
              <a:rPr lang="en-US" sz="2400"/>
              <a:t>• Implement 1-click 'Monthly Insights Report' export (KPIs + Top Saving Opportunities).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Week 4 (Finalization):</a:t>
            </a:r>
            <a:endParaRPr lang="en-US"/>
          </a:p>
          <a:p>
            <a:r>
              <a:rPr lang="en-US" sz="2400"/>
              <a:t>• Model evaluation, final report drafting, and demo preparation.</a:t>
            </a:r>
            <a:endParaRPr lang="en-US"/>
          </a:p>
          <a:p>
            <a:r>
              <a:rPr lang="en-US" sz="2200"/>
              <a:t/>
            </a:r>
            <a:endParaRPr lang="en-US"/>
          </a:p>
          <a:p>
            <a:r>
              <a:rPr lang="en-US" sz="2600" b="1"/>
              <a:t>Discussion Point:</a:t>
            </a:r>
            <a:endParaRPr lang="en-US"/>
          </a:p>
          <a:p>
            <a:r>
              <a:rPr lang="en-US" sz="2400"/>
              <a:t>• Request feedback on evaluation rubric weighting (System Integration vs. ML Novelty).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7C3AED"/>
      </a:accent5>
      <a:accent6>
        <a:srgbClr val="0EA5E9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Progress Update</dc:title>
  <dc:creator>Fung Cheuk Hin</dc:creator>
  <cp:lastModifiedBy>Codex</cp:lastModifiedBy>
  <dcterms:created xsi:type="dcterms:W3CDTF">2026-03-06T00:32:19Z</dcterms:created>
  <dcterms:modified xsi:type="dcterms:W3CDTF">2026-03-06T00:32:19Z</dcterms:modified>
</cp:coreProperties>
</file>